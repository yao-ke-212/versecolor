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60" r:id="rId6"/>
    <p:sldId id="259" r:id="rId7"/>
    <p:sldId id="272" r:id="rId8"/>
    <p:sldId id="264" r:id="rId9"/>
    <p:sldId id="266" r:id="rId10"/>
    <p:sldId id="274" r:id="rId11"/>
    <p:sldId id="270" r:id="rId12"/>
    <p:sldId id="271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85376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568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olors.ancient-classics.cn/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sou-yun.c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www.colorlink.icu/" TargetMode="External"/><Relationship Id="rId5" Type="http://schemas.openxmlformats.org/officeDocument/2006/relationships/hyperlink" Target="https://colors.cnxiaobai.com/" TargetMode="External"/><Relationship Id="rId4" Type="http://schemas.openxmlformats.org/officeDocument/2006/relationships/hyperlink" Target="https://zhongguose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571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诗色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730645"/>
            <a:ext cx="6350000" cy="1102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D5A5E">
                    <a:alpha val="90196"/>
                  </a:srgbClr>
                </a:solidFill>
                <a:latin typeface="Noto Serif SC"/>
                <a:ea typeface="Noto Serif SC"/>
                <a:sym typeface="Noto Serif SC"/>
              </a:rPr>
              <a:t>AI</a:t>
            </a:r>
            <a:r>
              <a:rPr lang="zh-CN" altLang="en-US" sz="3200" b="1" dirty="0">
                <a:solidFill>
                  <a:srgbClr val="3D5A5E">
                    <a:alpha val="90196"/>
                  </a:srgbClr>
                </a:solidFill>
                <a:latin typeface="Noto Serif SC"/>
                <a:ea typeface="Noto Serif SC"/>
                <a:sym typeface="Noto Serif SC"/>
              </a:rPr>
              <a:t>辅助下的古典诗词色</a:t>
            </a:r>
            <a:endParaRPr lang="en-US" altLang="zh-CN" sz="3200" b="1" dirty="0">
              <a:solidFill>
                <a:srgbClr val="3D5A5E">
                  <a:alpha val="90196"/>
                </a:srgbClr>
              </a:solidFill>
              <a:latin typeface="Noto Serif SC"/>
              <a:ea typeface="Noto Serif SC"/>
              <a:sym typeface="Noto Serif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D5A5E">
                    <a:alpha val="90196"/>
                  </a:srgbClr>
                </a:solidFill>
                <a:latin typeface="Noto Serif SC"/>
                <a:ea typeface="Noto Serif SC"/>
                <a:sym typeface="Noto Serif SC"/>
              </a:rPr>
              <a:t>彩关联系统设计与实现</a:t>
            </a:r>
            <a:endParaRPr lang="en-US" sz="3200" b="1" dirty="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D5A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555F6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</a:t>
            </a:r>
            <a:r>
              <a:rPr lang="zh-CN" altLang="en-US" sz="1600" b="0" i="0" u="none" strike="noStrike" dirty="0">
                <a:solidFill>
                  <a:srgbClr val="555F61"/>
                </a:solidFill>
                <a:latin typeface="Noto Sans SC"/>
                <a:ea typeface="Noto Sans SC"/>
                <a:cs typeface="Noto Sans SC"/>
                <a:sym typeface="Noto Sans SC"/>
              </a:rPr>
              <a:t>柯尧</a:t>
            </a:r>
            <a:r>
              <a:rPr lang="en-US" sz="1600" b="0" i="0" u="none" strike="noStrike" dirty="0">
                <a:solidFill>
                  <a:srgbClr val="555F61"/>
                </a:solidFill>
                <a:latin typeface="Noto Sans SC"/>
                <a:ea typeface="Noto Sans SC"/>
                <a:cs typeface="Noto Sans SC"/>
                <a:sym typeface="Noto Sans SC"/>
              </a:rPr>
              <a:t>] | 2026年4月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 CONTENTS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3D5A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2032000" y="1841500"/>
            <a:ext cx="305683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相关网站的调研</a:t>
            </a:r>
            <a:endParaRPr lang="en-US" sz="3200" b="1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3D5A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493000" y="1841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网站的设计</a:t>
            </a:r>
            <a:endParaRPr lang="en-US" sz="3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3D5A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2032000" y="3619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网站的功能</a:t>
            </a:r>
            <a:endParaRPr lang="en-US" sz="3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3429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3D5A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3" name="AutoShape 13"/>
          <p:cNvSpPr/>
          <p:nvPr/>
        </p:nvSpPr>
        <p:spPr>
          <a:xfrm>
            <a:off x="6477000" y="36830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493000" y="3619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网站的特色</a:t>
            </a:r>
            <a:endParaRPr lang="en-US" sz="3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3D5A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2032000" y="5270500"/>
            <a:ext cx="368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网站的不足</a:t>
            </a:r>
            <a:endParaRPr lang="en-US" sz="3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5080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3D5A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9"/>
          <p:cNvSpPr/>
          <p:nvPr/>
        </p:nvSpPr>
        <p:spPr>
          <a:xfrm>
            <a:off x="6477000" y="52705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7493000" y="5270500"/>
            <a:ext cx="368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反思与收获</a:t>
            </a:r>
            <a:endParaRPr lang="en-US" sz="3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相关网站的调研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16564" y="1266529"/>
            <a:ext cx="10926417" cy="5401207"/>
          </a:xfrm>
          <a:prstGeom prst="roundRect">
            <a:avLst>
              <a:gd name="adj" fmla="val 52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中国色</a:t>
            </a:r>
            <a:r>
              <a:rPr lang="en-US" altLang="zh-CN" sz="2000" u="sng" kern="100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/>
              </a:rPr>
              <a:t>https://zhongguose.com/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页面存在明显体验问题：选择颜色后全局背景变色，既干扰其余色号的预览效果（如红色背景下相近色号难以区分），部分配色还过于刺眼，整体可读性与使用体验较差。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中国传统颜色手册</a:t>
            </a:r>
            <a:r>
              <a:rPr lang="en-US" altLang="zh-CN" sz="2000" u="sng" kern="100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5"/>
              </a:rPr>
              <a:t>https://colors.cnxiaobai.com/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平台搭配的诗文内容完全不严谨，疑似随机匹配生成，并非对应配色专属文案。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活态中国色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6"/>
              </a:rPr>
              <a:t>http://www.colorlink.icu/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该网站主打专业色彩知识、文物色彩溯源与传统色彩落地应用三大核心方向。色彩检索板块展示了丰富的专业信息，同时提供色彩实际应用参考及交流论坛板块，这类特色功能值得我们借鉴并纳入后续开发规划。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搜韵</a:t>
            </a:r>
            <a:r>
              <a:rPr lang="en-US" altLang="zh-CN" sz="2000" u="sng" kern="100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7"/>
              </a:rPr>
              <a:t>https://sou-yun.cn/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诗词体量庞大、数据质量可靠。可作为我们网站的基础诗词库或权威参考数据源，用于后续色彩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诗词的精准匹配，避免随机凑数。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中国传统色</a:t>
            </a:r>
            <a:r>
              <a:rPr lang="en-US" altLang="zh-CN" sz="2000" u="sng" kern="100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8"/>
              </a:rPr>
              <a:t>https://colors.ancient-classics.cn/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是目前见过诗词与色彩结合做得最出色的网站，整体视觉质感极佳，还做了专属特色光标设计，国风韵味十足。网站收录三百余种传统色彩，每种色彩都匹配一句适配度极高的代表诗文，同时支持全屏浏览模式，配色与诗文搭配非常贴切自然。不足之处：全屏纯色展示有时视觉过于刺眼；且每种色彩仅搭配一句诗文，内容体量偏少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1777685"/>
            <a:ext cx="10206698" cy="41517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网站的设计</a:t>
            </a:r>
            <a:endParaRPr lang="en-US" sz="1100" dirty="0"/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489FF787-BA95-5701-E7B0-12E19971A124}"/>
              </a:ext>
            </a:extLst>
          </p:cNvPr>
          <p:cNvSpPr/>
          <p:nvPr/>
        </p:nvSpPr>
        <p:spPr>
          <a:xfrm>
            <a:off x="632791" y="1282460"/>
            <a:ext cx="10926417" cy="4989318"/>
          </a:xfrm>
          <a:prstGeom prst="roundRect">
            <a:avLst>
              <a:gd name="adj" fmla="val 52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我们先确定要实现什么功能：结合先前调研的相关网站，再利用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做辅助和补充，确定其有如下功能：</a:t>
            </a:r>
            <a:r>
              <a:rPr lang="zh-CN" altLang="en-US" sz="2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内容真实、完备、可信、支持多维检索、有专门色彩</a:t>
            </a:r>
            <a:r>
              <a:rPr lang="zh-CN" altLang="en-US" sz="2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详情页、用户注册登录功能、一定的可视化功能、页面美化、有一定美感的交互细节、基础技术要求。</a:t>
            </a:r>
            <a:endParaRPr lang="en-US" altLang="zh-CN" sz="2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利用百度秒哒，给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输入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基础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要求，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再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根据生成的版本，审阅看看有没有什么地方需要改进，再输入下一次要求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以此作为一次迭代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该网站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一共完成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次迭代。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网站的功能</a:t>
            </a:r>
            <a:endParaRPr lang="en-US" sz="1100" dirty="0"/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15C698C4-A698-FA96-850C-EC0CBE961A53}"/>
              </a:ext>
            </a:extLst>
          </p:cNvPr>
          <p:cNvSpPr/>
          <p:nvPr/>
        </p:nvSpPr>
        <p:spPr>
          <a:xfrm>
            <a:off x="632791" y="1282460"/>
            <a:ext cx="10926417" cy="4989318"/>
          </a:xfrm>
          <a:prstGeom prst="roundRect">
            <a:avLst>
              <a:gd name="adj" fmla="val 52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n-US" altLang="zh-CN" sz="28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核心页面功能</a:t>
            </a:r>
            <a:endParaRPr lang="en-US" altLang="zh-CN" sz="28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首页：提供各页面入口，支持色系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朝代快捷检索；展示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种精选传统色彩，可直接进入详情页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色彩检索页：支持色彩检索，可按色系、朝代、诗人、情感筛选；展示对应颜色，点击进入详情页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色彩详情页：展示色彩基础信息（色值、简介等）、诗词集锦、学术考究、文化解读、配色推荐；支持收藏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诗人栏目：介绍收录诗人，可按朝代筛选；点击头像进入诗人简介页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诗人简介页：展示诗人信息、诗歌风格、用色习惯（收录较多者）；展示代表诗句，可进入诗词详情页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网站的功能</a:t>
            </a:r>
            <a:endParaRPr lang="en-US" sz="1100" dirty="0"/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15C698C4-A698-FA96-850C-EC0CBE961A53}"/>
              </a:ext>
            </a:extLst>
          </p:cNvPr>
          <p:cNvSpPr/>
          <p:nvPr/>
        </p:nvSpPr>
        <p:spPr>
          <a:xfrm>
            <a:off x="632791" y="1570008"/>
            <a:ext cx="10926417" cy="4586752"/>
          </a:xfrm>
          <a:prstGeom prst="roundRect">
            <a:avLst>
              <a:gd name="adj" fmla="val 52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诗词详情页：展示诗词完整信息（作者、诗句、注释等）；支持收藏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可视化：含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个完善功能（诗人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色彩关联图、朝代色彩流行度直方图、色彩意象关联图），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个待实现（诗词色彩地理分布）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我的色彩集（需登录）：存放收藏的色彩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诗词，支持色彩比对、自由调色盘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登录页：账号注册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登录，仅收藏功能需登录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辅助功能</a:t>
            </a:r>
            <a:endParaRPr lang="en-US" altLang="zh-CN" sz="28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一键返回顶端、左上角“诗色”标识可返回主页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水墨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浅色光标设计，提升艺术性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7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网站的特色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en-US" altLang="zh-CN" sz="2000" dirty="0"/>
              <a:t>※</a:t>
            </a:r>
            <a:r>
              <a:rPr lang="zh-CN" altLang="en-US" sz="2000" dirty="0"/>
              <a:t>色彩来源严谨可溯，学术性强从海量古典诗词中淬炼提取传统色，每一种色彩均标注对应诗词、作者与朝代，做到色出有源、诗色互证，兼具文化价值与学术严谨性。</a:t>
            </a: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※</a:t>
            </a:r>
            <a:r>
              <a:rPr lang="zh-CN" altLang="en-US" sz="2000" dirty="0"/>
              <a:t>水墨交互体验，国风氛围感拉满点击色块可触发水墨晕染动效，视觉雅致、操作有仪式感，把传统审美融入交互细节，区别于普通工具类网站。</a:t>
            </a: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※</a:t>
            </a:r>
            <a:r>
              <a:rPr lang="zh-CN" altLang="en-US" sz="2000" dirty="0"/>
              <a:t>标准化色值输出，实用度高每个色彩均提供标准十六进制色值（如 </a:t>
            </a:r>
            <a:r>
              <a:rPr lang="en-US" altLang="zh-CN" sz="2000" dirty="0"/>
              <a:t>#2E8B57</a:t>
            </a:r>
            <a:r>
              <a:rPr lang="zh-CN" altLang="en-US" sz="2000" dirty="0"/>
              <a:t>），可直接用于设计、</a:t>
            </a:r>
            <a:r>
              <a:rPr lang="en-US" altLang="zh-CN" sz="2000" dirty="0"/>
              <a:t>PPT</a:t>
            </a:r>
            <a:r>
              <a:rPr lang="zh-CN" altLang="en-US" sz="2000" dirty="0"/>
              <a:t>、绘画、文创等场景，审美 </a:t>
            </a:r>
            <a:r>
              <a:rPr lang="en-US" altLang="zh-CN" sz="2000" dirty="0"/>
              <a:t>+ </a:t>
            </a:r>
            <a:r>
              <a:rPr lang="zh-CN" altLang="en-US" sz="2000" dirty="0"/>
              <a:t>实用双在线。</a:t>
            </a:r>
            <a:endParaRPr sz="2000" dirty="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en-US" altLang="zh-CN" sz="2000" dirty="0"/>
              <a:t>※</a:t>
            </a:r>
            <a:r>
              <a:rPr lang="zh-CN" altLang="en-US" sz="2000" dirty="0"/>
              <a:t>多维度分类检索，查找高效支持按色系、按朝代双路径探索，方便用户快速定位目标色彩与诗词，结构清晰、学习成本低。</a:t>
            </a: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※</a:t>
            </a:r>
            <a:r>
              <a:rPr lang="zh-CN" altLang="en-US" sz="2000" dirty="0"/>
              <a:t>色彩与诗词一一绑定，意境统一不是简单 “色彩 </a:t>
            </a:r>
            <a:r>
              <a:rPr lang="en-US" altLang="zh-CN" sz="2000" dirty="0"/>
              <a:t>+ </a:t>
            </a:r>
            <a:r>
              <a:rPr lang="zh-CN" altLang="en-US" sz="2000" dirty="0"/>
              <a:t>诗词” 堆砌，而是一色配一诗、诗色意境高度契合，用户既能识色、又能品诗，记忆点极强。</a:t>
            </a: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※</a:t>
            </a:r>
            <a:r>
              <a:rPr lang="zh-CN" altLang="en-US" sz="2000" dirty="0"/>
              <a:t>界面极简干净，无干扰阅读整体布局清爽、无冗余元素，米白底色 </a:t>
            </a:r>
            <a:r>
              <a:rPr lang="en-US" altLang="zh-CN" sz="2000" dirty="0"/>
              <a:t>+ </a:t>
            </a:r>
            <a:r>
              <a:rPr lang="zh-CN" altLang="en-US" sz="2000" dirty="0"/>
              <a:t>纯色块 </a:t>
            </a:r>
            <a:r>
              <a:rPr lang="en-US" altLang="zh-CN" sz="2000" dirty="0"/>
              <a:t>+ </a:t>
            </a:r>
            <a:r>
              <a:rPr lang="zh-CN" altLang="en-US" sz="2000" dirty="0"/>
              <a:t>短诗句，信息聚焦、视觉舒适，适合长时间浏览与学习。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网站的不足</a:t>
            </a:r>
            <a:endParaRPr lang="en-US" sz="1100" dirty="0"/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2DCBA867-9D88-4DAF-BCF6-CC9359462C4F}"/>
              </a:ext>
            </a:extLst>
          </p:cNvPr>
          <p:cNvSpPr/>
          <p:nvPr/>
        </p:nvSpPr>
        <p:spPr>
          <a:xfrm>
            <a:off x="632791" y="1368725"/>
            <a:ext cx="10926417" cy="5233358"/>
          </a:xfrm>
          <a:prstGeom prst="roundRect">
            <a:avLst>
              <a:gd name="adj" fmla="val 52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※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色彩诗词地图暂未完成搭建，原计划接入现代中国行政区划图，帮助用户建立地理认知，同时支持切换各朝代历史地图，直观呈现诗词与色彩的时空关联。但因地图涉及疆域边界等敏感范畴，平台出于合规考虑不敢随意绘制，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也无法精准实现设计需求，该功能需后续进一步查阅资料、考证规范后优化完善。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※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诗词与色彩数据库存在明显不足，数据由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批量生成，受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幻觉影响，存在重复、错误、匹配错乱等问题，仅靠自然语言指令无法有效校对，需人工筛查或修改底层代码。目前仅收录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120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种色彩、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384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首诗词，数据体量偏小，后续开发需先重点完成数据采集与清洗，再推进网站设计搭建。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※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整体视觉设计仍有提升空间，页面背景过于简约单调，缺乏国风艺术氛围感，自定义光标样式与预期差距较大。虽借助其他大模型生成设计提示词，但平台最终呈现效果仍未达标，自身设计与审美能力有限，整体视觉质感需进一步打磨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网站的不足</a:t>
            </a:r>
            <a:endParaRPr lang="en-US" sz="1100" dirty="0"/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2DCBA867-9D88-4DAF-BCF6-CC9359462C4F}"/>
              </a:ext>
            </a:extLst>
          </p:cNvPr>
          <p:cNvSpPr/>
          <p:nvPr/>
        </p:nvSpPr>
        <p:spPr>
          <a:xfrm>
            <a:off x="632791" y="1648125"/>
            <a:ext cx="10926417" cy="4367362"/>
          </a:xfrm>
          <a:prstGeom prst="roundRect">
            <a:avLst>
              <a:gd name="adj" fmla="val 52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※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可视化模块需持续优化，色彩地图与意象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色彩关联图，在布局排版、视觉呈现和逻辑关联上仍有不足，后续可调整样式、完善细节，提升可视化的表现力和观赏性。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※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检索功能体验欠佳，目前仅支持色彩名称精准检索，诗人、朝代等维度需依赖筛选器单独操作，流程繁琐；且精准匹配容错率低、实用性不足，后续可将筛选功能整合至检索栏，并升级为模糊匹配，提升使用便捷度。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※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移动端适配性能不佳，在手机等移动设备上访问时，存在页面加载慢、操作卡顿、适配不协调等问题，影响用户浏览体验，需针对性优化代码与布局，提升移动端流畅度。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616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/ </a:t>
            </a:r>
            <a:r>
              <a:rPr lang="zh-CN" altLang="en-US" sz="32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反思与收获</a:t>
            </a:r>
            <a:endParaRPr lang="en-US" sz="1100" dirty="0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5D2EA245-EB7E-F050-8CB2-444B7734DB67}"/>
              </a:ext>
            </a:extLst>
          </p:cNvPr>
          <p:cNvSpPr/>
          <p:nvPr/>
        </p:nvSpPr>
        <p:spPr>
          <a:xfrm>
            <a:off x="632791" y="1368725"/>
            <a:ext cx="10926417" cy="5233358"/>
          </a:xfrm>
          <a:prstGeom prst="roundRect">
            <a:avLst>
              <a:gd name="adj" fmla="val 52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整个学习并使用百度秒哒搭建网站的过程中，整体体验还是很愉快的。尤其是最终落地产出了完整的网站成果，尽管目前功能和细节仍不够完善，但依然收获了满满的成就感与满足感。如果后续还有相关的创作与开发任务，我也非常愿意继续参与，并且有信心能做得更加顺畅、完成得更好。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经过十多轮的迭代调试，我也切实感受到百度秒哒在实际使用中仍有不少局限。作为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生成工具，依旧存在编造数据、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幻觉、遗漏需求、忽略任务指令等问题。比如我多次下达优化页面背景的设计指令，最终得到的效果却十分简陋，没能达到预期的设计标准。</a:t>
            </a:r>
            <a:endParaRPr lang="en-US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同时我也反思自身问题，有可能是我给出的提示词指令不够精准到位。由于平台有生成次数限制，我每次下达指令都会格外谨慎，还会借助工具帮忙润色、规范话术，但生成效果依旧不理想，不确定是指令逻辑、平台算法还是其他方面存在问题，后续也需要继续摸索适配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 dirty="0">
                <a:solidFill>
                  <a:srgbClr val="3D5A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800" dirty="0">
                <a:solidFill>
                  <a:srgbClr val="3D5A5E"/>
                </a:solidFill>
                <a:latin typeface="Noto Serif SC"/>
                <a:ea typeface="Noto Serif SC"/>
                <a:cs typeface="Noto Serif SC"/>
                <a:sym typeface="Noto Serif SC"/>
              </a:rPr>
              <a:t>敬请批评指正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588000" y="5969000"/>
            <a:ext cx="1016000" cy="38100"/>
          </a:xfrm>
          <a:prstGeom prst="roundRect">
            <a:avLst>
              <a:gd name="adj" fmla="val 0"/>
            </a:avLst>
          </a:prstGeom>
          <a:solidFill>
            <a:srgbClr val="3D5A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1657</Words>
  <Application>Microsoft Office PowerPoint</Application>
  <PresentationFormat>宽屏</PresentationFormat>
  <Paragraphs>91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Noto Sans SC</vt:lpstr>
      <vt:lpstr>Noto Serif SC</vt:lpstr>
      <vt:lpstr>等线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柯尧</dc:creator>
  <cp:lastModifiedBy>尧 柯</cp:lastModifiedBy>
  <cp:revision>3</cp:revision>
  <dcterms:modified xsi:type="dcterms:W3CDTF">2026-04-30T07:39:23Z</dcterms:modified>
</cp:coreProperties>
</file>